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8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4A9CF1-4A82-4C82-B6CB-79B6C9265031}" v="83" dt="2025-08-28T17:10:28.01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7" autoAdjust="0"/>
    <p:restoredTop sz="94660"/>
  </p:normalViewPr>
  <p:slideViewPr>
    <p:cSldViewPr>
      <p:cViewPr varScale="1">
        <p:scale>
          <a:sx n="77" d="100"/>
          <a:sy n="77" d="100"/>
        </p:scale>
        <p:origin x="86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tendra Mourya" userId="2f0b85b8318fb073" providerId="LiveId" clId="{6A4A9CF1-4A82-4C82-B6CB-79B6C9265031}"/>
    <pc:docChg chg="undo custSel delSld modSld">
      <pc:chgData name="Hitendra Mourya" userId="2f0b85b8318fb073" providerId="LiveId" clId="{6A4A9CF1-4A82-4C82-B6CB-79B6C9265031}" dt="2025-08-28T17:10:28.013" v="516" actId="14100"/>
      <pc:docMkLst>
        <pc:docMk/>
      </pc:docMkLst>
      <pc:sldChg chg="modSp mod">
        <pc:chgData name="Hitendra Mourya" userId="2f0b85b8318fb073" providerId="LiveId" clId="{6A4A9CF1-4A82-4C82-B6CB-79B6C9265031}" dt="2025-08-28T16:41:20.046" v="439" actId="14100"/>
        <pc:sldMkLst>
          <pc:docMk/>
          <pc:sldMk cId="0" sldId="256"/>
        </pc:sldMkLst>
        <pc:spChg chg="mod">
          <ac:chgData name="Hitendra Mourya" userId="2f0b85b8318fb073" providerId="LiveId" clId="{6A4A9CF1-4A82-4C82-B6CB-79B6C9265031}" dt="2025-08-28T16:41:20.046" v="439" actId="14100"/>
          <ac:spMkLst>
            <pc:docMk/>
            <pc:sldMk cId="0" sldId="256"/>
            <ac:spMk id="4" creationId="{00000000-0000-0000-0000-000000000000}"/>
          </ac:spMkLst>
        </pc:spChg>
        <pc:spChg chg="mod">
          <ac:chgData name="Hitendra Mourya" userId="2f0b85b8318fb073" providerId="LiveId" clId="{6A4A9CF1-4A82-4C82-B6CB-79B6C9265031}" dt="2025-08-28T14:19:12.502" v="105" actId="20577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Hitendra Mourya" userId="2f0b85b8318fb073" providerId="LiveId" clId="{6A4A9CF1-4A82-4C82-B6CB-79B6C9265031}" dt="2025-08-28T16:43:06.842" v="441" actId="14100"/>
        <pc:sldMkLst>
          <pc:docMk/>
          <pc:sldMk cId="0" sldId="257"/>
        </pc:sldMkLst>
        <pc:spChg chg="mod">
          <ac:chgData name="Hitendra Mourya" userId="2f0b85b8318fb073" providerId="LiveId" clId="{6A4A9CF1-4A82-4C82-B6CB-79B6C9265031}" dt="2025-08-28T16:43:06.842" v="441" actId="14100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Hitendra Mourya" userId="2f0b85b8318fb073" providerId="LiveId" clId="{6A4A9CF1-4A82-4C82-B6CB-79B6C9265031}" dt="2025-08-28T14:28:29.144" v="191" actId="113"/>
        <pc:sldMkLst>
          <pc:docMk/>
          <pc:sldMk cId="0" sldId="258"/>
        </pc:sldMkLst>
        <pc:spChg chg="mod">
          <ac:chgData name="Hitendra Mourya" userId="2f0b85b8318fb073" providerId="LiveId" clId="{6A4A9CF1-4A82-4C82-B6CB-79B6C9265031}" dt="2025-08-28T14:28:29.144" v="191" actId="113"/>
          <ac:spMkLst>
            <pc:docMk/>
            <pc:sldMk cId="0" sldId="258"/>
            <ac:spMk id="2" creationId="{00000000-0000-0000-0000-000000000000}"/>
          </ac:spMkLst>
        </pc:spChg>
        <pc:spChg chg="mod">
          <ac:chgData name="Hitendra Mourya" userId="2f0b85b8318fb073" providerId="LiveId" clId="{6A4A9CF1-4A82-4C82-B6CB-79B6C9265031}" dt="2025-08-28T14:24:39.167" v="145" actId="20577"/>
          <ac:spMkLst>
            <pc:docMk/>
            <pc:sldMk cId="0" sldId="258"/>
            <ac:spMk id="7" creationId="{00000000-0000-0000-0000-000000000000}"/>
          </ac:spMkLst>
        </pc:spChg>
        <pc:spChg chg="del mod">
          <ac:chgData name="Hitendra Mourya" userId="2f0b85b8318fb073" providerId="LiveId" clId="{6A4A9CF1-4A82-4C82-B6CB-79B6C9265031}" dt="2025-08-28T14:24:50.796" v="150"/>
          <ac:spMkLst>
            <pc:docMk/>
            <pc:sldMk cId="0" sldId="258"/>
            <ac:spMk id="12" creationId="{00000000-0000-0000-0000-000000000000}"/>
          </ac:spMkLst>
        </pc:spChg>
        <pc:spChg chg="del mod">
          <ac:chgData name="Hitendra Mourya" userId="2f0b85b8318fb073" providerId="LiveId" clId="{6A4A9CF1-4A82-4C82-B6CB-79B6C9265031}" dt="2025-08-28T14:25:50.345" v="164"/>
          <ac:spMkLst>
            <pc:docMk/>
            <pc:sldMk cId="0" sldId="258"/>
            <ac:spMk id="17" creationId="{00000000-0000-0000-0000-000000000000}"/>
          </ac:spMkLst>
        </pc:spChg>
        <pc:spChg chg="add mod">
          <ac:chgData name="Hitendra Mourya" userId="2f0b85b8318fb073" providerId="LiveId" clId="{6A4A9CF1-4A82-4C82-B6CB-79B6C9265031}" dt="2025-08-28T14:25:26.744" v="158" actId="14100"/>
          <ac:spMkLst>
            <pc:docMk/>
            <pc:sldMk cId="0" sldId="258"/>
            <ac:spMk id="22" creationId="{61E957B6-CBC2-1643-C833-764BC9C60E26}"/>
          </ac:spMkLst>
        </pc:spChg>
        <pc:spChg chg="add del mod">
          <ac:chgData name="Hitendra Mourya" userId="2f0b85b8318fb073" providerId="LiveId" clId="{6A4A9CF1-4A82-4C82-B6CB-79B6C9265031}" dt="2025-08-28T14:26:21.511" v="169"/>
          <ac:spMkLst>
            <pc:docMk/>
            <pc:sldMk cId="0" sldId="258"/>
            <ac:spMk id="23" creationId="{96719EDF-E96F-9D63-AF94-C12674F7F9DA}"/>
          </ac:spMkLst>
        </pc:spChg>
        <pc:spChg chg="add mod">
          <ac:chgData name="Hitendra Mourya" userId="2f0b85b8318fb073" providerId="LiveId" clId="{6A4A9CF1-4A82-4C82-B6CB-79B6C9265031}" dt="2025-08-28T14:26:51.656" v="176" actId="767"/>
          <ac:spMkLst>
            <pc:docMk/>
            <pc:sldMk cId="0" sldId="258"/>
            <ac:spMk id="24" creationId="{1781BD7D-6A1A-2A39-4E0B-ECD524F1DC1D}"/>
          </ac:spMkLst>
        </pc:spChg>
        <pc:spChg chg="add">
          <ac:chgData name="Hitendra Mourya" userId="2f0b85b8318fb073" providerId="LiveId" clId="{6A4A9CF1-4A82-4C82-B6CB-79B6C9265031}" dt="2025-08-28T14:26:43.827" v="172"/>
          <ac:spMkLst>
            <pc:docMk/>
            <pc:sldMk cId="0" sldId="258"/>
            <ac:spMk id="25" creationId="{51B18307-BBAD-4EE5-830D-EBEF1032A774}"/>
          </ac:spMkLst>
        </pc:spChg>
        <pc:spChg chg="add mod">
          <ac:chgData name="Hitendra Mourya" userId="2f0b85b8318fb073" providerId="LiveId" clId="{6A4A9CF1-4A82-4C82-B6CB-79B6C9265031}" dt="2025-08-28T14:26:47.344" v="174"/>
          <ac:spMkLst>
            <pc:docMk/>
            <pc:sldMk cId="0" sldId="258"/>
            <ac:spMk id="26" creationId="{1AB0391F-B221-2801-B302-608E40CFE435}"/>
          </ac:spMkLst>
        </pc:spChg>
        <pc:spChg chg="add mod">
          <ac:chgData name="Hitendra Mourya" userId="2f0b85b8318fb073" providerId="LiveId" clId="{6A4A9CF1-4A82-4C82-B6CB-79B6C9265031}" dt="2025-08-28T14:27:04.539" v="179" actId="767"/>
          <ac:spMkLst>
            <pc:docMk/>
            <pc:sldMk cId="0" sldId="258"/>
            <ac:spMk id="27" creationId="{7E199609-3577-5C68-BF49-4A51D8D04F6E}"/>
          </ac:spMkLst>
        </pc:spChg>
        <pc:spChg chg="add">
          <ac:chgData name="Hitendra Mourya" userId="2f0b85b8318fb073" providerId="LiveId" clId="{6A4A9CF1-4A82-4C82-B6CB-79B6C9265031}" dt="2025-08-28T14:26:59.518" v="178"/>
          <ac:spMkLst>
            <pc:docMk/>
            <pc:sldMk cId="0" sldId="258"/>
            <ac:spMk id="28" creationId="{69E717B1-363A-A42E-E2B8-412C5D548AF7}"/>
          </ac:spMkLst>
        </pc:spChg>
        <pc:spChg chg="add mod">
          <ac:chgData name="Hitendra Mourya" userId="2f0b85b8318fb073" providerId="LiveId" clId="{6A4A9CF1-4A82-4C82-B6CB-79B6C9265031}" dt="2025-08-28T14:28:09.973" v="187" actId="1076"/>
          <ac:spMkLst>
            <pc:docMk/>
            <pc:sldMk cId="0" sldId="258"/>
            <ac:spMk id="29" creationId="{BE2AD47F-277E-4EDE-87EF-0985B4C4460A}"/>
          </ac:spMkLst>
        </pc:spChg>
        <pc:grpChg chg="del">
          <ac:chgData name="Hitendra Mourya" userId="2f0b85b8318fb073" providerId="LiveId" clId="{6A4A9CF1-4A82-4C82-B6CB-79B6C9265031}" dt="2025-08-28T14:24:19.814" v="144" actId="21"/>
          <ac:grpSpMkLst>
            <pc:docMk/>
            <pc:sldMk cId="0" sldId="258"/>
            <ac:grpSpMk id="3" creationId="{00000000-0000-0000-0000-000000000000}"/>
          </ac:grpSpMkLst>
        </pc:grpChg>
        <pc:grpChg chg="del">
          <ac:chgData name="Hitendra Mourya" userId="2f0b85b8318fb073" providerId="LiveId" clId="{6A4A9CF1-4A82-4C82-B6CB-79B6C9265031}" dt="2025-08-28T14:24:45.121" v="146" actId="21"/>
          <ac:grpSpMkLst>
            <pc:docMk/>
            <pc:sldMk cId="0" sldId="258"/>
            <ac:grpSpMk id="8" creationId="{00000000-0000-0000-0000-000000000000}"/>
          </ac:grpSpMkLst>
        </pc:grpChg>
        <pc:grpChg chg="add del">
          <ac:chgData name="Hitendra Mourya" userId="2f0b85b8318fb073" providerId="LiveId" clId="{6A4A9CF1-4A82-4C82-B6CB-79B6C9265031}" dt="2025-08-28T14:25:45.658" v="161" actId="21"/>
          <ac:grpSpMkLst>
            <pc:docMk/>
            <pc:sldMk cId="0" sldId="258"/>
            <ac:grpSpMk id="13" creationId="{00000000-0000-0000-0000-000000000000}"/>
          </ac:grpSpMkLst>
        </pc:grpChg>
        <pc:grpChg chg="add mod">
          <ac:chgData name="Hitendra Mourya" userId="2f0b85b8318fb073" providerId="LiveId" clId="{6A4A9CF1-4A82-4C82-B6CB-79B6C9265031}" dt="2025-08-28T14:25:02.967" v="153"/>
          <ac:grpSpMkLst>
            <pc:docMk/>
            <pc:sldMk cId="0" sldId="258"/>
            <ac:grpSpMk id="18" creationId="{00000000-0000-0000-0000-000000000000}"/>
          </ac:grpSpMkLst>
        </pc:grpChg>
        <pc:picChg chg="mod">
          <ac:chgData name="Hitendra Mourya" userId="2f0b85b8318fb073" providerId="LiveId" clId="{6A4A9CF1-4A82-4C82-B6CB-79B6C9265031}" dt="2025-08-28T14:25:02.967" v="153"/>
          <ac:picMkLst>
            <pc:docMk/>
            <pc:sldMk cId="0" sldId="258"/>
            <ac:picMk id="19" creationId="{00000000-0000-0000-0000-000000000000}"/>
          </ac:picMkLst>
        </pc:picChg>
        <pc:picChg chg="mod">
          <ac:chgData name="Hitendra Mourya" userId="2f0b85b8318fb073" providerId="LiveId" clId="{6A4A9CF1-4A82-4C82-B6CB-79B6C9265031}" dt="2025-08-28T14:25:02.967" v="153"/>
          <ac:picMkLst>
            <pc:docMk/>
            <pc:sldMk cId="0" sldId="258"/>
            <ac:picMk id="20" creationId="{00000000-0000-0000-0000-000000000000}"/>
          </ac:picMkLst>
        </pc:picChg>
        <pc:picChg chg="mod">
          <ac:chgData name="Hitendra Mourya" userId="2f0b85b8318fb073" providerId="LiveId" clId="{6A4A9CF1-4A82-4C82-B6CB-79B6C9265031}" dt="2025-08-28T14:25:02.967" v="153"/>
          <ac:picMkLst>
            <pc:docMk/>
            <pc:sldMk cId="0" sldId="258"/>
            <ac:picMk id="21" creationId="{00000000-0000-0000-0000-000000000000}"/>
          </ac:picMkLst>
        </pc:picChg>
      </pc:sldChg>
      <pc:sldChg chg="addSp delSp modSp mod">
        <pc:chgData name="Hitendra Mourya" userId="2f0b85b8318fb073" providerId="LiveId" clId="{6A4A9CF1-4A82-4C82-B6CB-79B6C9265031}" dt="2025-08-28T16:43:24.203" v="443"/>
        <pc:sldMkLst>
          <pc:docMk/>
          <pc:sldMk cId="0" sldId="259"/>
        </pc:sldMkLst>
        <pc:spChg chg="mod">
          <ac:chgData name="Hitendra Mourya" userId="2f0b85b8318fb073" providerId="LiveId" clId="{6A4A9CF1-4A82-4C82-B6CB-79B6C9265031}" dt="2025-08-28T16:43:24.203" v="443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Hitendra Mourya" userId="2f0b85b8318fb073" providerId="LiveId" clId="{6A4A9CF1-4A82-4C82-B6CB-79B6C9265031}" dt="2025-08-28T14:29:30.208" v="196"/>
          <ac:spMkLst>
            <pc:docMk/>
            <pc:sldMk cId="0" sldId="259"/>
            <ac:spMk id="3" creationId="{00000000-0000-0000-0000-000000000000}"/>
          </ac:spMkLst>
        </pc:spChg>
        <pc:spChg chg="add mod">
          <ac:chgData name="Hitendra Mourya" userId="2f0b85b8318fb073" providerId="LiveId" clId="{6A4A9CF1-4A82-4C82-B6CB-79B6C9265031}" dt="2025-08-28T14:33:24.610" v="224" actId="14100"/>
          <ac:spMkLst>
            <pc:docMk/>
            <pc:sldMk cId="0" sldId="259"/>
            <ac:spMk id="7" creationId="{54351444-B718-0D65-5AA7-1D11A1C79CBB}"/>
          </ac:spMkLst>
        </pc:spChg>
        <pc:picChg chg="mod">
          <ac:chgData name="Hitendra Mourya" userId="2f0b85b8318fb073" providerId="LiveId" clId="{6A4A9CF1-4A82-4C82-B6CB-79B6C9265031}" dt="2025-08-28T14:32:08.378" v="215" actId="14100"/>
          <ac:picMkLst>
            <pc:docMk/>
            <pc:sldMk cId="0" sldId="259"/>
            <ac:picMk id="4" creationId="{00000000-0000-0000-0000-000000000000}"/>
          </ac:picMkLst>
        </pc:picChg>
        <pc:picChg chg="mod">
          <ac:chgData name="Hitendra Mourya" userId="2f0b85b8318fb073" providerId="LiveId" clId="{6A4A9CF1-4A82-4C82-B6CB-79B6C9265031}" dt="2025-08-28T14:32:22.618" v="219" actId="1076"/>
          <ac:picMkLst>
            <pc:docMk/>
            <pc:sldMk cId="0" sldId="259"/>
            <ac:picMk id="5" creationId="{00000000-0000-0000-0000-000000000000}"/>
          </ac:picMkLst>
        </pc:picChg>
        <pc:picChg chg="mod">
          <ac:chgData name="Hitendra Mourya" userId="2f0b85b8318fb073" providerId="LiveId" clId="{6A4A9CF1-4A82-4C82-B6CB-79B6C9265031}" dt="2025-08-28T14:32:03.845" v="214" actId="1076"/>
          <ac:picMkLst>
            <pc:docMk/>
            <pc:sldMk cId="0" sldId="259"/>
            <ac:picMk id="6" creationId="{00000000-0000-0000-0000-000000000000}"/>
          </ac:picMkLst>
        </pc:picChg>
      </pc:sldChg>
      <pc:sldChg chg="delSp modSp mod">
        <pc:chgData name="Hitendra Mourya" userId="2f0b85b8318fb073" providerId="LiveId" clId="{6A4A9CF1-4A82-4C82-B6CB-79B6C9265031}" dt="2025-08-28T16:43:34.957" v="445" actId="14100"/>
        <pc:sldMkLst>
          <pc:docMk/>
          <pc:sldMk cId="0" sldId="260"/>
        </pc:sldMkLst>
        <pc:spChg chg="mod">
          <ac:chgData name="Hitendra Mourya" userId="2f0b85b8318fb073" providerId="LiveId" clId="{6A4A9CF1-4A82-4C82-B6CB-79B6C9265031}" dt="2025-08-28T16:43:34.957" v="445" actId="14100"/>
          <ac:spMkLst>
            <pc:docMk/>
            <pc:sldMk cId="0" sldId="260"/>
            <ac:spMk id="2" creationId="{00000000-0000-0000-0000-000000000000}"/>
          </ac:spMkLst>
        </pc:spChg>
        <pc:spChg chg="mod">
          <ac:chgData name="Hitendra Mourya" userId="2f0b85b8318fb073" providerId="LiveId" clId="{6A4A9CF1-4A82-4C82-B6CB-79B6C9265031}" dt="2025-08-28T16:14:43.804" v="253" actId="1076"/>
          <ac:spMkLst>
            <pc:docMk/>
            <pc:sldMk cId="0" sldId="260"/>
            <ac:spMk id="3" creationId="{00000000-0000-0000-0000-000000000000}"/>
          </ac:spMkLst>
        </pc:spChg>
        <pc:picChg chg="del">
          <ac:chgData name="Hitendra Mourya" userId="2f0b85b8318fb073" providerId="LiveId" clId="{6A4A9CF1-4A82-4C82-B6CB-79B6C9265031}" dt="2025-08-28T16:12:27.276" v="230" actId="21"/>
          <ac:picMkLst>
            <pc:docMk/>
            <pc:sldMk cId="0" sldId="260"/>
            <ac:picMk id="4" creationId="{00000000-0000-0000-0000-000000000000}"/>
          </ac:picMkLst>
        </pc:picChg>
      </pc:sldChg>
      <pc:sldChg chg="modSp mod">
        <pc:chgData name="Hitendra Mourya" userId="2f0b85b8318fb073" providerId="LiveId" clId="{6A4A9CF1-4A82-4C82-B6CB-79B6C9265031}" dt="2025-08-28T16:44:27.065" v="470" actId="14100"/>
        <pc:sldMkLst>
          <pc:docMk/>
          <pc:sldMk cId="0" sldId="261"/>
        </pc:sldMkLst>
        <pc:spChg chg="mod">
          <ac:chgData name="Hitendra Mourya" userId="2f0b85b8318fb073" providerId="LiveId" clId="{6A4A9CF1-4A82-4C82-B6CB-79B6C9265031}" dt="2025-08-28T16:44:27.065" v="470" actId="14100"/>
          <ac:spMkLst>
            <pc:docMk/>
            <pc:sldMk cId="0" sldId="261"/>
            <ac:spMk id="2" creationId="{00000000-0000-0000-0000-000000000000}"/>
          </ac:spMkLst>
        </pc:spChg>
        <pc:spChg chg="mod">
          <ac:chgData name="Hitendra Mourya" userId="2f0b85b8318fb073" providerId="LiveId" clId="{6A4A9CF1-4A82-4C82-B6CB-79B6C9265031}" dt="2025-08-28T16:14:15.561" v="245" actId="20577"/>
          <ac:spMkLst>
            <pc:docMk/>
            <pc:sldMk cId="0" sldId="261"/>
            <ac:spMk id="3" creationId="{00000000-0000-0000-0000-000000000000}"/>
          </ac:spMkLst>
        </pc:spChg>
      </pc:sldChg>
      <pc:sldChg chg="addSp delSp modSp mod">
        <pc:chgData name="Hitendra Mourya" userId="2f0b85b8318fb073" providerId="LiveId" clId="{6A4A9CF1-4A82-4C82-B6CB-79B6C9265031}" dt="2025-08-28T16:44:37.901" v="471"/>
        <pc:sldMkLst>
          <pc:docMk/>
          <pc:sldMk cId="0" sldId="262"/>
        </pc:sldMkLst>
        <pc:spChg chg="mod">
          <ac:chgData name="Hitendra Mourya" userId="2f0b85b8318fb073" providerId="LiveId" clId="{6A4A9CF1-4A82-4C82-B6CB-79B6C9265031}" dt="2025-08-28T16:44:37.901" v="471"/>
          <ac:spMkLst>
            <pc:docMk/>
            <pc:sldMk cId="0" sldId="262"/>
            <ac:spMk id="2" creationId="{00000000-0000-0000-0000-000000000000}"/>
          </ac:spMkLst>
        </pc:spChg>
        <pc:spChg chg="add del mod">
          <ac:chgData name="Hitendra Mourya" userId="2f0b85b8318fb073" providerId="LiveId" clId="{6A4A9CF1-4A82-4C82-B6CB-79B6C9265031}" dt="2025-08-28T16:15:42.111" v="260"/>
          <ac:spMkLst>
            <pc:docMk/>
            <pc:sldMk cId="0" sldId="262"/>
            <ac:spMk id="5" creationId="{6574F1AC-80DD-A9BF-3579-FB05762E32E7}"/>
          </ac:spMkLst>
        </pc:spChg>
        <pc:spChg chg="add mod">
          <ac:chgData name="Hitendra Mourya" userId="2f0b85b8318fb073" providerId="LiveId" clId="{6A4A9CF1-4A82-4C82-B6CB-79B6C9265031}" dt="2025-08-28T16:16:15.575" v="266" actId="1076"/>
          <ac:spMkLst>
            <pc:docMk/>
            <pc:sldMk cId="0" sldId="262"/>
            <ac:spMk id="6" creationId="{D7F52FB6-01BA-2FC1-EE1B-6B432FB405D8}"/>
          </ac:spMkLst>
        </pc:spChg>
        <pc:picChg chg="del">
          <ac:chgData name="Hitendra Mourya" userId="2f0b85b8318fb073" providerId="LiveId" clId="{6A4A9CF1-4A82-4C82-B6CB-79B6C9265031}" dt="2025-08-28T16:15:10.766" v="254" actId="21"/>
          <ac:picMkLst>
            <pc:docMk/>
            <pc:sldMk cId="0" sldId="262"/>
            <ac:picMk id="3" creationId="{00000000-0000-0000-0000-000000000000}"/>
          </ac:picMkLst>
        </pc:picChg>
        <pc:picChg chg="add mod">
          <ac:chgData name="Hitendra Mourya" userId="2f0b85b8318fb073" providerId="LiveId" clId="{6A4A9CF1-4A82-4C82-B6CB-79B6C9265031}" dt="2025-08-28T16:15:12.980" v="255"/>
          <ac:picMkLst>
            <pc:docMk/>
            <pc:sldMk cId="0" sldId="262"/>
            <ac:picMk id="4" creationId="{00000000-0000-0000-0000-000000000000}"/>
          </ac:picMkLst>
        </pc:picChg>
      </pc:sldChg>
      <pc:sldChg chg="del">
        <pc:chgData name="Hitendra Mourya" userId="2f0b85b8318fb073" providerId="LiveId" clId="{6A4A9CF1-4A82-4C82-B6CB-79B6C9265031}" dt="2025-08-28T16:16:27.497" v="267" actId="2696"/>
        <pc:sldMkLst>
          <pc:docMk/>
          <pc:sldMk cId="0" sldId="263"/>
        </pc:sldMkLst>
      </pc:sldChg>
      <pc:sldChg chg="del">
        <pc:chgData name="Hitendra Mourya" userId="2f0b85b8318fb073" providerId="LiveId" clId="{6A4A9CF1-4A82-4C82-B6CB-79B6C9265031}" dt="2025-08-28T16:16:35.978" v="268" actId="2696"/>
        <pc:sldMkLst>
          <pc:docMk/>
          <pc:sldMk cId="0" sldId="264"/>
        </pc:sldMkLst>
      </pc:sldChg>
      <pc:sldChg chg="del">
        <pc:chgData name="Hitendra Mourya" userId="2f0b85b8318fb073" providerId="LiveId" clId="{6A4A9CF1-4A82-4C82-B6CB-79B6C9265031}" dt="2025-08-28T16:16:41.772" v="269" actId="2696"/>
        <pc:sldMkLst>
          <pc:docMk/>
          <pc:sldMk cId="0" sldId="265"/>
        </pc:sldMkLst>
      </pc:sldChg>
      <pc:sldChg chg="addSp delSp modSp mod">
        <pc:chgData name="Hitendra Mourya" userId="2f0b85b8318fb073" providerId="LiveId" clId="{6A4A9CF1-4A82-4C82-B6CB-79B6C9265031}" dt="2025-08-28T16:44:48.976" v="473" actId="14100"/>
        <pc:sldMkLst>
          <pc:docMk/>
          <pc:sldMk cId="0" sldId="266"/>
        </pc:sldMkLst>
        <pc:spChg chg="mod">
          <ac:chgData name="Hitendra Mourya" userId="2f0b85b8318fb073" providerId="LiveId" clId="{6A4A9CF1-4A82-4C82-B6CB-79B6C9265031}" dt="2025-08-28T16:44:48.976" v="473" actId="14100"/>
          <ac:spMkLst>
            <pc:docMk/>
            <pc:sldMk cId="0" sldId="266"/>
            <ac:spMk id="2" creationId="{00000000-0000-0000-0000-000000000000}"/>
          </ac:spMkLst>
        </pc:spChg>
        <pc:picChg chg="del">
          <ac:chgData name="Hitendra Mourya" userId="2f0b85b8318fb073" providerId="LiveId" clId="{6A4A9CF1-4A82-4C82-B6CB-79B6C9265031}" dt="2025-08-28T16:17:06.951" v="270" actId="21"/>
          <ac:picMkLst>
            <pc:docMk/>
            <pc:sldMk cId="0" sldId="266"/>
            <ac:picMk id="3" creationId="{00000000-0000-0000-0000-000000000000}"/>
          </ac:picMkLst>
        </pc:picChg>
        <pc:picChg chg="del">
          <ac:chgData name="Hitendra Mourya" userId="2f0b85b8318fb073" providerId="LiveId" clId="{6A4A9CF1-4A82-4C82-B6CB-79B6C9265031}" dt="2025-08-28T16:17:10.736" v="271" actId="21"/>
          <ac:picMkLst>
            <pc:docMk/>
            <pc:sldMk cId="0" sldId="266"/>
            <ac:picMk id="4" creationId="{00000000-0000-0000-0000-000000000000}"/>
          </ac:picMkLst>
        </pc:picChg>
        <pc:picChg chg="del">
          <ac:chgData name="Hitendra Mourya" userId="2f0b85b8318fb073" providerId="LiveId" clId="{6A4A9CF1-4A82-4C82-B6CB-79B6C9265031}" dt="2025-08-28T16:17:13.879" v="272" actId="21"/>
          <ac:picMkLst>
            <pc:docMk/>
            <pc:sldMk cId="0" sldId="266"/>
            <ac:picMk id="5" creationId="{00000000-0000-0000-0000-000000000000}"/>
          </ac:picMkLst>
        </pc:picChg>
        <pc:picChg chg="del">
          <ac:chgData name="Hitendra Mourya" userId="2f0b85b8318fb073" providerId="LiveId" clId="{6A4A9CF1-4A82-4C82-B6CB-79B6C9265031}" dt="2025-08-28T16:17:18.370" v="273" actId="21"/>
          <ac:picMkLst>
            <pc:docMk/>
            <pc:sldMk cId="0" sldId="266"/>
            <ac:picMk id="6" creationId="{00000000-0000-0000-0000-000000000000}"/>
          </ac:picMkLst>
        </pc:picChg>
        <pc:picChg chg="add mod">
          <ac:chgData name="Hitendra Mourya" userId="2f0b85b8318fb073" providerId="LiveId" clId="{6A4A9CF1-4A82-4C82-B6CB-79B6C9265031}" dt="2025-08-28T16:25:13.771" v="288" actId="931"/>
          <ac:picMkLst>
            <pc:docMk/>
            <pc:sldMk cId="0" sldId="266"/>
            <ac:picMk id="8" creationId="{D3F0DD81-90A7-2DE3-ED2C-4EA773C1399A}"/>
          </ac:picMkLst>
        </pc:picChg>
        <pc:picChg chg="add mod">
          <ac:chgData name="Hitendra Mourya" userId="2f0b85b8318fb073" providerId="LiveId" clId="{6A4A9CF1-4A82-4C82-B6CB-79B6C9265031}" dt="2025-08-28T16:25:13.771" v="288" actId="931"/>
          <ac:picMkLst>
            <pc:docMk/>
            <pc:sldMk cId="0" sldId="266"/>
            <ac:picMk id="10" creationId="{22945B2C-5574-C2AE-414A-8C7DD87B222D}"/>
          </ac:picMkLst>
        </pc:picChg>
        <pc:picChg chg="add mod">
          <ac:chgData name="Hitendra Mourya" userId="2f0b85b8318fb073" providerId="LiveId" clId="{6A4A9CF1-4A82-4C82-B6CB-79B6C9265031}" dt="2025-08-28T16:25:13.771" v="288" actId="931"/>
          <ac:picMkLst>
            <pc:docMk/>
            <pc:sldMk cId="0" sldId="266"/>
            <ac:picMk id="12" creationId="{CF21F606-BBD2-F95D-1017-D8B6DB7CCE98}"/>
          </ac:picMkLst>
        </pc:picChg>
        <pc:picChg chg="add mod">
          <ac:chgData name="Hitendra Mourya" userId="2f0b85b8318fb073" providerId="LiveId" clId="{6A4A9CF1-4A82-4C82-B6CB-79B6C9265031}" dt="2025-08-28T16:26:17.940" v="301" actId="14100"/>
          <ac:picMkLst>
            <pc:docMk/>
            <pc:sldMk cId="0" sldId="266"/>
            <ac:picMk id="14" creationId="{6713CF04-F46A-9F8B-0462-F4CB7FFC96E2}"/>
          </ac:picMkLst>
        </pc:picChg>
        <pc:picChg chg="add mod">
          <ac:chgData name="Hitendra Mourya" userId="2f0b85b8318fb073" providerId="LiveId" clId="{6A4A9CF1-4A82-4C82-B6CB-79B6C9265031}" dt="2025-08-28T16:27:17.221" v="312" actId="14100"/>
          <ac:picMkLst>
            <pc:docMk/>
            <pc:sldMk cId="0" sldId="266"/>
            <ac:picMk id="16" creationId="{EEE595E4-BD84-F40D-10F7-8EFD6B612D2D}"/>
          </ac:picMkLst>
        </pc:picChg>
        <pc:picChg chg="add mod">
          <ac:chgData name="Hitendra Mourya" userId="2f0b85b8318fb073" providerId="LiveId" clId="{6A4A9CF1-4A82-4C82-B6CB-79B6C9265031}" dt="2025-08-28T16:28:06.243" v="321" actId="14100"/>
          <ac:picMkLst>
            <pc:docMk/>
            <pc:sldMk cId="0" sldId="266"/>
            <ac:picMk id="18" creationId="{BF937546-9279-EF28-285B-163DB4DA3E1A}"/>
          </ac:picMkLst>
        </pc:picChg>
      </pc:sldChg>
      <pc:sldChg chg="addSp delSp modSp mod">
        <pc:chgData name="Hitendra Mourya" userId="2f0b85b8318fb073" providerId="LiveId" clId="{6A4A9CF1-4A82-4C82-B6CB-79B6C9265031}" dt="2025-08-28T17:10:28.013" v="516" actId="14100"/>
        <pc:sldMkLst>
          <pc:docMk/>
          <pc:sldMk cId="0" sldId="267"/>
        </pc:sldMkLst>
        <pc:spChg chg="mod">
          <ac:chgData name="Hitendra Mourya" userId="2f0b85b8318fb073" providerId="LiveId" clId="{6A4A9CF1-4A82-4C82-B6CB-79B6C9265031}" dt="2025-08-28T16:45:08.259" v="474"/>
          <ac:spMkLst>
            <pc:docMk/>
            <pc:sldMk cId="0" sldId="267"/>
            <ac:spMk id="2" creationId="{00000000-0000-0000-0000-000000000000}"/>
          </ac:spMkLst>
        </pc:spChg>
        <pc:spChg chg="del mod">
          <ac:chgData name="Hitendra Mourya" userId="2f0b85b8318fb073" providerId="LiveId" clId="{6A4A9CF1-4A82-4C82-B6CB-79B6C9265031}" dt="2025-08-28T16:29:26.206" v="324"/>
          <ac:spMkLst>
            <pc:docMk/>
            <pc:sldMk cId="0" sldId="267"/>
            <ac:spMk id="3" creationId="{00000000-0000-0000-0000-000000000000}"/>
          </ac:spMkLst>
        </pc:spChg>
        <pc:spChg chg="del mod">
          <ac:chgData name="Hitendra Mourya" userId="2f0b85b8318fb073" providerId="LiveId" clId="{6A4A9CF1-4A82-4C82-B6CB-79B6C9265031}" dt="2025-08-28T16:30:17.274" v="333"/>
          <ac:spMkLst>
            <pc:docMk/>
            <pc:sldMk cId="0" sldId="267"/>
            <ac:spMk id="4" creationId="{00000000-0000-0000-0000-000000000000}"/>
          </ac:spMkLst>
        </pc:spChg>
        <pc:spChg chg="del mod">
          <ac:chgData name="Hitendra Mourya" userId="2f0b85b8318fb073" providerId="LiveId" clId="{6A4A9CF1-4A82-4C82-B6CB-79B6C9265031}" dt="2025-08-28T16:29:31.542" v="327"/>
          <ac:spMkLst>
            <pc:docMk/>
            <pc:sldMk cId="0" sldId="267"/>
            <ac:spMk id="5" creationId="{00000000-0000-0000-0000-000000000000}"/>
          </ac:spMkLst>
        </pc:spChg>
        <pc:spChg chg="del mod">
          <ac:chgData name="Hitendra Mourya" userId="2f0b85b8318fb073" providerId="LiveId" clId="{6A4A9CF1-4A82-4C82-B6CB-79B6C9265031}" dt="2025-08-28T16:32:47.361" v="364" actId="21"/>
          <ac:spMkLst>
            <pc:docMk/>
            <pc:sldMk cId="0" sldId="267"/>
            <ac:spMk id="6" creationId="{00000000-0000-0000-0000-000000000000}"/>
          </ac:spMkLst>
        </pc:spChg>
        <pc:spChg chg="add mod">
          <ac:chgData name="Hitendra Mourya" userId="2f0b85b8318fb073" providerId="LiveId" clId="{6A4A9CF1-4A82-4C82-B6CB-79B6C9265031}" dt="2025-08-28T17:10:28.013" v="516" actId="14100"/>
          <ac:spMkLst>
            <pc:docMk/>
            <pc:sldMk cId="0" sldId="267"/>
            <ac:spMk id="7" creationId="{F6294906-7868-7A8E-F93F-2AE4B9F0C226}"/>
          </ac:spMkLst>
        </pc:spChg>
      </pc:sldChg>
      <pc:sldChg chg="delSp modSp mod">
        <pc:chgData name="Hitendra Mourya" userId="2f0b85b8318fb073" providerId="LiveId" clId="{6A4A9CF1-4A82-4C82-B6CB-79B6C9265031}" dt="2025-08-28T16:40:57.467" v="436" actId="1076"/>
        <pc:sldMkLst>
          <pc:docMk/>
          <pc:sldMk cId="0" sldId="268"/>
        </pc:sldMkLst>
        <pc:spChg chg="mod">
          <ac:chgData name="Hitendra Mourya" userId="2f0b85b8318fb073" providerId="LiveId" clId="{6A4A9CF1-4A82-4C82-B6CB-79B6C9265031}" dt="2025-08-28T16:40:57.467" v="436" actId="1076"/>
          <ac:spMkLst>
            <pc:docMk/>
            <pc:sldMk cId="0" sldId="268"/>
            <ac:spMk id="2" creationId="{00000000-0000-0000-0000-000000000000}"/>
          </ac:spMkLst>
        </pc:spChg>
        <pc:spChg chg="del mod">
          <ac:chgData name="Hitendra Mourya" userId="2f0b85b8318fb073" providerId="LiveId" clId="{6A4A9CF1-4A82-4C82-B6CB-79B6C9265031}" dt="2025-08-28T16:38:19.643" v="390"/>
          <ac:spMkLst>
            <pc:docMk/>
            <pc:sldMk cId="0" sldId="268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10129" y="2313889"/>
            <a:ext cx="8189595" cy="1056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 u="sng">
                <a:solidFill>
                  <a:srgbClr val="0462C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 u="sng">
                <a:solidFill>
                  <a:srgbClr val="0462C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84704" y="226898"/>
            <a:ext cx="7022591" cy="8986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11021" y="3382136"/>
            <a:ext cx="8324850" cy="2565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 u="sng">
                <a:solidFill>
                  <a:srgbClr val="0462C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itendraMourya12/Text-to-Speech-Converter" TargetMode="External"/><Relationship Id="rId2" Type="http://schemas.openxmlformats.org/officeDocument/2006/relationships/hyperlink" Target="https://pypi.org/project/gTTS/?utm_source=chatgpt.com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57348" y="311465"/>
            <a:ext cx="7763509" cy="1117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6715" marR="5080" indent="-2914650">
              <a:lnSpc>
                <a:spcPct val="149200"/>
              </a:lnSpc>
              <a:spcBef>
                <a:spcPts val="100"/>
              </a:spcBef>
            </a:pPr>
            <a:r>
              <a:rPr sz="2400" b="1" spc="-20" dirty="0">
                <a:latin typeface="Times New Roman"/>
                <a:cs typeface="Times New Roman"/>
              </a:rPr>
              <a:t>CHHATTISGARH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spc="-65" dirty="0">
                <a:latin typeface="Times New Roman"/>
                <a:cs typeface="Times New Roman"/>
              </a:rPr>
              <a:t>SWAMI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VIVEKANAND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TECHNICAL UNIVERSITY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215" y="234695"/>
            <a:ext cx="1441704" cy="13837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521954" y="4780026"/>
            <a:ext cx="3517646" cy="1699183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400" b="1" dirty="0">
                <a:latin typeface="Times New Roman"/>
                <a:cs typeface="Times New Roman"/>
              </a:rPr>
              <a:t>Presented</a:t>
            </a:r>
            <a:r>
              <a:rPr sz="2400" b="1" spc="-114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By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lang="en-US" sz="2400" dirty="0">
                <a:latin typeface="Times New Roman"/>
                <a:cs typeface="Times New Roman"/>
              </a:rPr>
              <a:t>Hitendra Mourya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2400" dirty="0">
                <a:latin typeface="Times New Roman"/>
                <a:cs typeface="Times New Roman"/>
              </a:rPr>
              <a:t>Roll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No-</a:t>
            </a:r>
            <a:r>
              <a:rPr sz="2400" spc="-10" dirty="0">
                <a:latin typeface="Cambria Math"/>
                <a:cs typeface="Cambria Math"/>
              </a:rPr>
              <a:t>30001282</a:t>
            </a:r>
            <a:r>
              <a:rPr lang="en-US" sz="2400" spc="-10" dirty="0">
                <a:latin typeface="Cambria Math"/>
                <a:cs typeface="Cambria Math"/>
              </a:rPr>
              <a:t>3023</a:t>
            </a:r>
            <a:endParaRPr sz="2400" dirty="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2400" dirty="0">
                <a:latin typeface="Times New Roman"/>
                <a:cs typeface="Times New Roman"/>
              </a:rPr>
              <a:t>CSE(Data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Science)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5</a:t>
            </a:r>
            <a:r>
              <a:rPr lang="en-US" sz="2400" dirty="0">
                <a:latin typeface="Times New Roman"/>
                <a:cs typeface="Times New Roman"/>
              </a:rPr>
              <a:t>th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Sem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2912" y="4963159"/>
            <a:ext cx="564832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Times New Roman"/>
                <a:cs typeface="Times New Roman"/>
              </a:rPr>
              <a:t>Course: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Science,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Machine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Learning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AI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using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Times New Roman"/>
                <a:cs typeface="Times New Roman"/>
              </a:rPr>
              <a:t>Python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587879" y="1874265"/>
            <a:ext cx="745870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40" dirty="0">
                <a:solidFill>
                  <a:srgbClr val="6F2F9F"/>
                </a:solidFill>
                <a:latin typeface="Calibri"/>
                <a:cs typeface="Calibri"/>
              </a:rPr>
              <a:t>VOCATIONAL</a:t>
            </a:r>
            <a:r>
              <a:rPr sz="3600" b="1" spc="-1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6F2F9F"/>
                </a:solidFill>
                <a:latin typeface="Calibri"/>
                <a:cs typeface="Calibri"/>
              </a:rPr>
              <a:t>TRAINING</a:t>
            </a:r>
            <a:r>
              <a:rPr sz="3600" b="1" spc="-1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3600" b="1" spc="-35" dirty="0">
                <a:solidFill>
                  <a:srgbClr val="6F2F9F"/>
                </a:solidFill>
                <a:latin typeface="Calibri"/>
                <a:cs typeface="Calibri"/>
              </a:rPr>
              <a:t>PRESENTATION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10685" y="2190093"/>
            <a:ext cx="5218430" cy="2157730"/>
          </a:xfrm>
          <a:prstGeom prst="rect">
            <a:avLst/>
          </a:prstGeom>
        </p:spPr>
        <p:txBody>
          <a:bodyPr vert="horz" wrap="square" lIns="0" tIns="24955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64"/>
              </a:spcBef>
            </a:pPr>
            <a:r>
              <a:rPr sz="2800" spc="-25" dirty="0">
                <a:latin typeface="Calibri"/>
                <a:cs typeface="Calibri"/>
              </a:rPr>
              <a:t>On</a:t>
            </a:r>
            <a:endParaRPr sz="2800" dirty="0">
              <a:latin typeface="Calibri"/>
              <a:cs typeface="Calibri"/>
            </a:endParaRPr>
          </a:p>
          <a:p>
            <a:pPr algn="ctr">
              <a:lnSpc>
                <a:spcPts val="2835"/>
              </a:lnSpc>
              <a:spcBef>
                <a:spcPts val="1585"/>
              </a:spcBef>
            </a:pPr>
            <a:r>
              <a:rPr lang="en-US" sz="2400" b="1" dirty="0">
                <a:latin typeface="Times New Roman"/>
                <a:cs typeface="Times New Roman"/>
              </a:rPr>
              <a:t>TEXT TO SPEECH CONVERTER</a:t>
            </a:r>
            <a:endParaRPr sz="2400" dirty="0">
              <a:latin typeface="Times New Roman"/>
              <a:cs typeface="Times New Roman"/>
            </a:endParaRPr>
          </a:p>
          <a:p>
            <a:pPr marR="76835" algn="ctr">
              <a:lnSpc>
                <a:spcPts val="3310"/>
              </a:lnSpc>
            </a:pPr>
            <a:r>
              <a:rPr sz="2800" spc="-25" dirty="0">
                <a:latin typeface="Calibri"/>
                <a:cs typeface="Calibri"/>
              </a:rPr>
              <a:t>At</a:t>
            </a:r>
            <a:endParaRPr sz="2800" dirty="0">
              <a:latin typeface="Calibri"/>
              <a:cs typeface="Calibri"/>
            </a:endParaRPr>
          </a:p>
          <a:p>
            <a:pPr algn="ctr">
              <a:lnSpc>
                <a:spcPts val="3829"/>
              </a:lnSpc>
            </a:pPr>
            <a:r>
              <a:rPr lang="en-US" sz="3200" dirty="0" err="1">
                <a:solidFill>
                  <a:srgbClr val="FF0000"/>
                </a:solidFill>
                <a:latin typeface="Calibri"/>
                <a:cs typeface="Calibri"/>
              </a:rPr>
              <a:t>Edunet</a:t>
            </a:r>
            <a:r>
              <a:rPr lang="en-US" sz="3200" dirty="0">
                <a:solidFill>
                  <a:srgbClr val="FF0000"/>
                </a:solidFill>
                <a:latin typeface="Calibri"/>
                <a:cs typeface="Calibri"/>
              </a:rPr>
              <a:t> Foundation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3450" y="1413459"/>
            <a:ext cx="5220335" cy="4417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8450" algn="l"/>
              </a:tabLst>
            </a:pPr>
            <a:r>
              <a:rPr sz="3600" spc="-10" dirty="0">
                <a:latin typeface="Calibri"/>
                <a:cs typeface="Calibri"/>
              </a:rPr>
              <a:t>Introduction</a:t>
            </a:r>
            <a:endParaRPr sz="3600" dirty="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8450" algn="l"/>
              </a:tabLst>
            </a:pPr>
            <a:r>
              <a:rPr sz="3600" spc="-20" dirty="0">
                <a:latin typeface="Calibri"/>
                <a:cs typeface="Calibri"/>
              </a:rPr>
              <a:t>Technology</a:t>
            </a:r>
            <a:r>
              <a:rPr sz="3600" spc="-145" dirty="0">
                <a:latin typeface="Calibri"/>
                <a:cs typeface="Calibri"/>
              </a:rPr>
              <a:t> </a:t>
            </a:r>
            <a:r>
              <a:rPr sz="3600" spc="-20" dirty="0">
                <a:latin typeface="Calibri"/>
                <a:cs typeface="Calibri"/>
              </a:rPr>
              <a:t>Used</a:t>
            </a:r>
            <a:endParaRPr sz="3600" dirty="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3600" dirty="0">
                <a:latin typeface="Calibri"/>
                <a:cs typeface="Calibri"/>
              </a:rPr>
              <a:t>Machine</a:t>
            </a:r>
            <a:r>
              <a:rPr sz="3600" spc="-2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Learning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pipeline</a:t>
            </a:r>
            <a:endParaRPr sz="3600" dirty="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sz="3600" spc="-10" dirty="0">
                <a:latin typeface="Calibri"/>
                <a:cs typeface="Calibri"/>
              </a:rPr>
              <a:t>Methodology</a:t>
            </a:r>
            <a:endParaRPr sz="3600" dirty="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8450" algn="l"/>
              </a:tabLst>
            </a:pPr>
            <a:r>
              <a:rPr sz="3600" dirty="0">
                <a:latin typeface="Calibri"/>
                <a:cs typeface="Calibri"/>
              </a:rPr>
              <a:t>Data</a:t>
            </a:r>
            <a:r>
              <a:rPr sz="3600" spc="-8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Preprocessing</a:t>
            </a:r>
            <a:endParaRPr sz="3600" dirty="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sz="3600" dirty="0">
                <a:latin typeface="Calibri"/>
                <a:cs typeface="Calibri"/>
              </a:rPr>
              <a:t>Streamlit</a:t>
            </a:r>
            <a:r>
              <a:rPr sz="3600" spc="-5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App</a:t>
            </a:r>
            <a:r>
              <a:rPr sz="3600" spc="-60" dirty="0">
                <a:latin typeface="Calibri"/>
                <a:cs typeface="Calibri"/>
              </a:rPr>
              <a:t> </a:t>
            </a:r>
            <a:r>
              <a:rPr sz="3600" spc="-20" dirty="0">
                <a:latin typeface="Calibri"/>
                <a:cs typeface="Calibri"/>
              </a:rPr>
              <a:t>Code</a:t>
            </a:r>
            <a:endParaRPr sz="3600" dirty="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8450" algn="l"/>
              </a:tabLst>
            </a:pPr>
            <a:r>
              <a:rPr sz="3600" spc="-10" dirty="0">
                <a:latin typeface="Calibri"/>
                <a:cs typeface="Calibri"/>
              </a:rPr>
              <a:t>Output</a:t>
            </a:r>
            <a:endParaRPr sz="3600" dirty="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3600" dirty="0">
                <a:latin typeface="Calibri"/>
                <a:cs typeface="Calibri"/>
              </a:rPr>
              <a:t>Project</a:t>
            </a:r>
            <a:r>
              <a:rPr sz="3600" spc="-10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Resources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53354" y="241503"/>
            <a:ext cx="1528446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pc="-30" dirty="0"/>
              <a:t>INDEX</a:t>
            </a:r>
            <a:endParaRPr spc="-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704" y="226898"/>
            <a:ext cx="7022591" cy="777905"/>
          </a:xfrm>
          <a:prstGeom prst="rect">
            <a:avLst/>
          </a:prstGeom>
        </p:spPr>
        <p:txBody>
          <a:bodyPr vert="horz" wrap="square" lIns="0" tIns="99822" rIns="0" bIns="0" rtlCol="0">
            <a:spAutoFit/>
          </a:bodyPr>
          <a:lstStyle/>
          <a:p>
            <a:pPr marL="2141220">
              <a:lnSpc>
                <a:spcPct val="100000"/>
              </a:lnSpc>
              <a:spcBef>
                <a:spcPts val="95"/>
              </a:spcBef>
            </a:pPr>
            <a:r>
              <a:rPr lang="en-IN" b="1" spc="-45" dirty="0"/>
              <a:t>INTRODUCTION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56664" y="2083435"/>
            <a:ext cx="8265795" cy="2936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2230"/>
              </a:lnSpc>
              <a:spcBef>
                <a:spcPts val="90"/>
              </a:spcBef>
            </a:pP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29" name="Rectangle 5">
            <a:extLst>
              <a:ext uri="{FF2B5EF4-FFF2-40B4-BE49-F238E27FC236}">
                <a16:creationId xmlns:a16="http://schemas.microsoft.com/office/drawing/2014/main" id="{BE2AD47F-277E-4EDE-87EF-0985B4C44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" y="1520829"/>
            <a:ext cx="98298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Converts written text into natural-sounding speech.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as a simple, interactive web app using </a:t>
            </a:r>
            <a:r>
              <a:rPr kumimoji="0" lang="en-US" altLang="en-US" sz="3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Useful in accessibility, voice assistants, audiobooks, and hands-free applications.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704" y="226898"/>
            <a:ext cx="7022591" cy="774570"/>
          </a:xfrm>
          <a:prstGeom prst="rect">
            <a:avLst/>
          </a:prstGeom>
        </p:spPr>
        <p:txBody>
          <a:bodyPr vert="horz" wrap="square" lIns="0" tIns="96519" rIns="0" bIns="0" rtlCol="0">
            <a:spAutoFit/>
          </a:bodyPr>
          <a:lstStyle/>
          <a:p>
            <a:pPr marL="1647189">
              <a:lnSpc>
                <a:spcPct val="100000"/>
              </a:lnSpc>
              <a:spcBef>
                <a:spcPts val="95"/>
              </a:spcBef>
            </a:pPr>
            <a:r>
              <a:rPr lang="en-IN" spc="-90" dirty="0"/>
              <a:t>TECHNOLOGY </a:t>
            </a:r>
            <a:r>
              <a:rPr lang="en-IN" spc="-20" dirty="0"/>
              <a:t>USED</a:t>
            </a:r>
            <a:endParaRPr spc="-2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600" y="4459224"/>
            <a:ext cx="1734310" cy="133197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53400" y="4320800"/>
            <a:ext cx="1219199" cy="124965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76800" y="4436615"/>
            <a:ext cx="1734311" cy="1018031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54351444-B718-0D65-5AA7-1D11A1C79CB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524000" y="1181805"/>
            <a:ext cx="8534400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implementation.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Natural Language Processing (NLP)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Speech Synthesis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techniques.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Libraries: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gTTS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(Google Text-to-Speech)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Streamlit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UI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Pydub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audio handling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 interface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704" y="226898"/>
            <a:ext cx="7321296" cy="787394"/>
          </a:xfrm>
          <a:prstGeom prst="rect">
            <a:avLst/>
          </a:prstGeom>
        </p:spPr>
        <p:txBody>
          <a:bodyPr vert="horz" wrap="square" lIns="0" tIns="109219" rIns="0" bIns="0" rtlCol="0">
            <a:spAutoFit/>
          </a:bodyPr>
          <a:lstStyle/>
          <a:p>
            <a:pPr marL="601345">
              <a:lnSpc>
                <a:spcPct val="100000"/>
              </a:lnSpc>
              <a:spcBef>
                <a:spcPts val="95"/>
              </a:spcBef>
            </a:pPr>
            <a:r>
              <a:rPr lang="en-IN" spc="-40" dirty="0"/>
              <a:t>MACHINE</a:t>
            </a:r>
            <a:r>
              <a:rPr lang="en-IN" spc="-210" dirty="0"/>
              <a:t> </a:t>
            </a:r>
            <a:r>
              <a:rPr lang="en-IN" spc="-25" dirty="0"/>
              <a:t>LEARNING</a:t>
            </a:r>
            <a:r>
              <a:rPr spc="-190" dirty="0"/>
              <a:t> </a:t>
            </a:r>
            <a:r>
              <a:rPr lang="en-IN" spc="-10" dirty="0"/>
              <a:t>PIPELINE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676400" y="1742320"/>
            <a:ext cx="8534400" cy="3373359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r>
              <a:rPr lang="en-US" sz="2400" b="1" dirty="0"/>
              <a:t>Input Layer</a:t>
            </a:r>
            <a:r>
              <a:rPr lang="en-US" sz="2400" dirty="0"/>
              <a:t> – User enters text.</a:t>
            </a:r>
          </a:p>
          <a:p>
            <a:endParaRPr lang="en-US" sz="2400" dirty="0"/>
          </a:p>
          <a:p>
            <a:r>
              <a:rPr lang="en-US" sz="2400" b="1" dirty="0"/>
              <a:t>Preprocessing</a:t>
            </a:r>
            <a:r>
              <a:rPr lang="en-US" sz="2400" dirty="0"/>
              <a:t> – Clean &amp; prepare text.</a:t>
            </a:r>
          </a:p>
          <a:p>
            <a:endParaRPr lang="en-US" sz="2400" dirty="0"/>
          </a:p>
          <a:p>
            <a:r>
              <a:rPr lang="en-US" sz="2400" b="1" dirty="0"/>
              <a:t>Model Layer</a:t>
            </a:r>
            <a:r>
              <a:rPr lang="en-US" sz="2400" dirty="0"/>
              <a:t> – </a:t>
            </a:r>
            <a:r>
              <a:rPr lang="en-US" sz="2400" dirty="0" err="1"/>
              <a:t>gTTS</a:t>
            </a:r>
            <a:r>
              <a:rPr lang="en-US" sz="2400" dirty="0"/>
              <a:t> converts text into speech.</a:t>
            </a:r>
          </a:p>
          <a:p>
            <a:endParaRPr lang="en-US" sz="2400" dirty="0"/>
          </a:p>
          <a:p>
            <a:r>
              <a:rPr lang="en-US" sz="2400" b="1" dirty="0"/>
              <a:t>Output Layer</a:t>
            </a:r>
            <a:r>
              <a:rPr lang="en-US" sz="2400" dirty="0"/>
              <a:t> – Generated audio (MP3/WAV).</a:t>
            </a:r>
          </a:p>
          <a:p>
            <a:endParaRPr lang="en-US" sz="2400" dirty="0"/>
          </a:p>
          <a:p>
            <a:r>
              <a:rPr lang="en-US" sz="2400" b="1" dirty="0"/>
              <a:t>Frontend</a:t>
            </a:r>
            <a:r>
              <a:rPr lang="en-US" sz="2400" dirty="0"/>
              <a:t> – </a:t>
            </a:r>
            <a:r>
              <a:rPr lang="en-US" sz="2400" dirty="0" err="1"/>
              <a:t>Streamlit</a:t>
            </a:r>
            <a:r>
              <a:rPr lang="en-US" sz="2400" dirty="0"/>
              <a:t> provides an easy-to-use interface.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9600" y="228600"/>
            <a:ext cx="3718622" cy="894604"/>
          </a:xfrm>
          <a:prstGeom prst="rect">
            <a:avLst/>
          </a:prstGeom>
        </p:spPr>
        <p:txBody>
          <a:bodyPr vert="horz" wrap="square" lIns="0" tIns="215392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95"/>
              </a:spcBef>
            </a:pPr>
            <a:r>
              <a:rPr lang="en-IN" spc="-50" dirty="0"/>
              <a:t>METHODOLOGY</a:t>
            </a:r>
            <a:endParaRPr lang="en-IN"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1445767" y="1616405"/>
            <a:ext cx="10026015" cy="25981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400" dirty="0"/>
              <a:t>1.Accept user text input via </a:t>
            </a:r>
            <a:r>
              <a:rPr lang="en-US" sz="2400" b="1" dirty="0" err="1"/>
              <a:t>Streamlit</a:t>
            </a:r>
            <a:r>
              <a:rPr lang="en-US" sz="2400" b="1" dirty="0"/>
              <a:t> form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2.Convert text into speech using </a:t>
            </a:r>
            <a:r>
              <a:rPr lang="en-US" sz="2400" b="1" dirty="0" err="1"/>
              <a:t>gTTS</a:t>
            </a:r>
            <a:r>
              <a:rPr lang="en-US" sz="2400" b="1" dirty="0"/>
              <a:t> API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3.Save audio file locally.</a:t>
            </a:r>
          </a:p>
          <a:p>
            <a:endParaRPr lang="en-US" sz="2400" dirty="0"/>
          </a:p>
          <a:p>
            <a:r>
              <a:rPr lang="en-US" sz="2400" dirty="0"/>
              <a:t>4.Play/download audio directly in the app.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704" y="226898"/>
            <a:ext cx="702259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03350">
              <a:lnSpc>
                <a:spcPct val="100000"/>
              </a:lnSpc>
              <a:spcBef>
                <a:spcPts val="95"/>
              </a:spcBef>
            </a:pPr>
            <a:r>
              <a:rPr lang="en-IN" spc="-30" dirty="0"/>
              <a:t>DATA</a:t>
            </a:r>
            <a:r>
              <a:rPr lang="en-IN" spc="-215" dirty="0"/>
              <a:t> </a:t>
            </a:r>
            <a:r>
              <a:rPr lang="en-IN" spc="-40" dirty="0"/>
              <a:t>PREPROCESSING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7F52FB6-01BA-2FC1-EE1B-6B432FB40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438628"/>
            <a:ext cx="940033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 input text to lowercase.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 special characters &amp; extra spaces.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language compatibility (e.g.,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lang='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’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 long text by splitting into smaller chunks before 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704" y="226898"/>
            <a:ext cx="7397496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2460">
              <a:lnSpc>
                <a:spcPct val="100000"/>
              </a:lnSpc>
              <a:spcBef>
                <a:spcPts val="95"/>
              </a:spcBef>
            </a:pPr>
            <a:r>
              <a:rPr lang="en-IN" spc="-25" dirty="0"/>
              <a:t>OUTPUT-</a:t>
            </a:r>
            <a:r>
              <a:rPr lang="en-IN" spc="-180" dirty="0"/>
              <a:t> </a:t>
            </a:r>
            <a:r>
              <a:rPr lang="en-IN" spc="-25" dirty="0"/>
              <a:t>DESIGN</a:t>
            </a:r>
            <a:r>
              <a:rPr lang="en-IN" spc="-200" dirty="0"/>
              <a:t> </a:t>
            </a:r>
            <a:r>
              <a:rPr lang="en-IN" dirty="0"/>
              <a:t>OF</a:t>
            </a:r>
            <a:r>
              <a:rPr lang="en-IN" spc="-155" dirty="0"/>
              <a:t> </a:t>
            </a:r>
            <a:r>
              <a:rPr lang="en-IN" spc="-10" dirty="0"/>
              <a:t>WEBSITE</a:t>
            </a:r>
          </a:p>
        </p:txBody>
      </p: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713CF04-F46A-9F8B-0462-F4CB7FFC96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447800"/>
            <a:ext cx="4343400" cy="2185988"/>
          </a:xfrm>
          <a:prstGeom prst="rect">
            <a:avLst/>
          </a:prstGeo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EE595E4-BD84-F40D-10F7-8EFD6B612D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1425280"/>
            <a:ext cx="4572000" cy="2208508"/>
          </a:xfrm>
          <a:prstGeom prst="rect">
            <a:avLst/>
          </a:prstGeom>
        </p:spPr>
      </p:pic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F937546-9279-EF28-285B-163DB4DA3E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3810000"/>
            <a:ext cx="5257800" cy="27168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704" y="226898"/>
            <a:ext cx="702259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52575">
              <a:lnSpc>
                <a:spcPct val="100000"/>
              </a:lnSpc>
              <a:spcBef>
                <a:spcPts val="95"/>
              </a:spcBef>
            </a:pPr>
            <a:r>
              <a:rPr lang="en-IN" spc="-40" dirty="0"/>
              <a:t>PROJECT</a:t>
            </a:r>
            <a:r>
              <a:rPr lang="en-IN" spc="-190" dirty="0"/>
              <a:t> </a:t>
            </a:r>
            <a:r>
              <a:rPr lang="en-IN" spc="-30" dirty="0"/>
              <a:t>RESOURCES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6294906-7868-7A8E-F93F-2AE4B9F0C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399" y="773668"/>
            <a:ext cx="7549895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Libraries &amp; Docs: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Documentation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Pydub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Documentation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gTTS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 Documentation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hlinkClick r:id="rId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  <a:hlinkClick r:id="rId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hlinkClick r:id="rId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o: 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  <a:hlinkClick r:id="rId3"/>
              </a:rPr>
              <a:t>https://github.com/HitendraMourya12/Text-to-Speech-Converter</a:t>
            </a:r>
            <a:endParaRPr lang="en-US" altLang="en-US" sz="24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3429000" y="3429000"/>
            <a:ext cx="5334000" cy="759182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2313940" marR="5080" indent="-2301875">
              <a:lnSpc>
                <a:spcPts val="3790"/>
              </a:lnSpc>
              <a:spcBef>
                <a:spcPts val="670"/>
              </a:spcBef>
            </a:pPr>
            <a:r>
              <a:rPr lang="en-IN" sz="8000" b="1" dirty="0">
                <a:latin typeface="Rage Italic" panose="03070502040507070304" pitchFamily="66" charset="0"/>
                <a:cs typeface="Times New Roman"/>
              </a:rPr>
              <a:t>Thank</a:t>
            </a:r>
            <a:r>
              <a:rPr lang="en-IN" sz="8000" b="1" spc="-150" dirty="0">
                <a:latin typeface="Rage Italic" panose="03070502040507070304" pitchFamily="66" charset="0"/>
                <a:cs typeface="Times New Roman"/>
              </a:rPr>
              <a:t> </a:t>
            </a:r>
            <a:r>
              <a:rPr lang="en-IN" sz="8000" b="1" dirty="0">
                <a:latin typeface="Rage Italic" panose="03070502040507070304" pitchFamily="66" charset="0"/>
                <a:cs typeface="Times New Roman"/>
              </a:rPr>
              <a:t>you!</a:t>
            </a:r>
            <a:endParaRPr lang="en-IN" sz="8000" dirty="0">
              <a:latin typeface="Rage Italic" panose="03070502040507070304" pitchFamily="66" charset="0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</TotalTime>
  <Words>278</Words>
  <Application>Microsoft Office PowerPoint</Application>
  <PresentationFormat>Widescreen</PresentationFormat>
  <Paragraphs>80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Arial MT</vt:lpstr>
      <vt:lpstr>Arial Unicode MS</vt:lpstr>
      <vt:lpstr>Calibri</vt:lpstr>
      <vt:lpstr>Calibri Light</vt:lpstr>
      <vt:lpstr>Cambria Math</vt:lpstr>
      <vt:lpstr>Rage Italic</vt:lpstr>
      <vt:lpstr>Times New Roman</vt:lpstr>
      <vt:lpstr>Office Theme</vt:lpstr>
      <vt:lpstr>VOCATIONAL TRAINING PRESENTATION</vt:lpstr>
      <vt:lpstr>INDEX</vt:lpstr>
      <vt:lpstr>INTRODUCTION</vt:lpstr>
      <vt:lpstr>TECHNOLOGY USED</vt:lpstr>
      <vt:lpstr>MACHINE LEARNING PIPELINE</vt:lpstr>
      <vt:lpstr>METHODOLOGY</vt:lpstr>
      <vt:lpstr>DATA PREPROCESSING</vt:lpstr>
      <vt:lpstr>OUTPUT- DESIGN OF WEBSITE</vt:lpstr>
      <vt:lpstr>PROJECT RESOURCES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Hitendra Mourya</cp:lastModifiedBy>
  <cp:revision>1</cp:revision>
  <dcterms:created xsi:type="dcterms:W3CDTF">2025-08-02T05:59:58Z</dcterms:created>
  <dcterms:modified xsi:type="dcterms:W3CDTF">2025-08-28T17:10:37Z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2025-07-27T00:00:00Z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2025-08-02T00:00:00Z</vt:filetime>
  </property>
  <property fmtid="{D5CDD505-2E9C-101B-9397-08002B2CF9AE}" pid="5" name="Producer">
    <vt:lpwstr>www.ilovepdf.com</vt:lpwstr>
  </property>
</Properties>
</file>